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SmartHelp+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Java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WebRTC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7B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Guidance for Elderly Users  ·  FYP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System Topology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 · 5 services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10312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TIER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914400"/>
            <a:ext cx="182880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914400"/>
            <a:ext cx="4251960" cy="29260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91440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TIER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2103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325880"/>
            <a:ext cx="73152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399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Android Device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1691640"/>
            <a:ext cx="19202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API 26-34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OverlayService (FG)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ScreenCaptureService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HighlightOverlayView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AccessibilityService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ServerConnection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(LiveKit Room API)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MessageProtocol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(JSON envelope)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1325880"/>
            <a:ext cx="1828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325880"/>
            <a:ext cx="73152" cy="1508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399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Token Server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1691640"/>
            <a:ext cx="16459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port 8765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/token (LiveKit JWT)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/tts (TTS fallback)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/health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325880"/>
            <a:ext cx="1828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325880"/>
            <a:ext cx="73152" cy="1508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399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LiveKit Cloud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691640"/>
            <a:ext cx="16459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SFU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 signaling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tracks (16k↑/24k↓)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channel (JSON)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tracks (opt)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297180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06040" y="2971800"/>
            <a:ext cx="73152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3044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337560"/>
            <a:ext cx="1645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Worker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agent.py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FSM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Vision pipeline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STT + TTS bridge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37960" y="1325880"/>
            <a:ext cx="2240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37960" y="1325880"/>
            <a:ext cx="73152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13990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Gemini APIs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1691640"/>
            <a:ext cx="20574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gemini-2.5-flash-lite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intent classification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gemini-2.5-flash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planner + vision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gemini-3.1-flash-tts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voice synthesis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Cloud STT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speech recognition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68880" y="2075688"/>
            <a:ext cx="1371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988820" y="1911096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HTTP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68880" y="3749040"/>
            <a:ext cx="13716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988820" y="358444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tracks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434840" y="2075688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86400" y="2834640"/>
            <a:ext cx="-1828800" cy="1371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023360" y="273862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WebRTC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34840" y="3749040"/>
            <a:ext cx="1920240" cy="-1463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434840" y="3749040"/>
            <a:ext cx="2103120" cy="-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4937760" y="353872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SmartHelp+ Architecture · 2/9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End-to-End Data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 "Open WhatsApp"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28016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280160"/>
            <a:ext cx="0" cy="3291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828800" y="914400"/>
            <a:ext cx="12801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914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280160"/>
            <a:ext cx="0" cy="3291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00400" y="914400"/>
            <a:ext cx="12801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14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1280160"/>
            <a:ext cx="0" cy="3291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0" y="914400"/>
            <a:ext cx="155448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914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1280160"/>
            <a:ext cx="0" cy="3291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263640" y="914400"/>
            <a:ext cx="12801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914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280160"/>
            <a:ext cx="0" cy="3291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635240" y="914400"/>
            <a:ext cx="11887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914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1280160"/>
            <a:ext cx="0" cy="3291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97280" y="1417320"/>
            <a:ext cx="137160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-45720" y="125272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说话: Open WhatsApp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68880" y="1691640"/>
            <a:ext cx="13716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325880" y="152704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publish mic + DataChannel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0" y="1965960"/>
            <a:ext cx="1508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766060" y="180136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audio frames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9240" y="2240280"/>
            <a:ext cx="1554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297680" y="207568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STT (Google Cloud)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49240" y="2514600"/>
            <a:ext cx="1554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triangle"/>
          </a:ln>
        </p:spPr>
      </p:sp>
      <p:sp>
        <p:nvSpPr>
          <p:cNvPr id="33" name="Text 31"/>
          <p:cNvSpPr/>
          <p:nvPr/>
        </p:nvSpPr>
        <p:spPr>
          <a:xfrm>
            <a:off x="4297680" y="235000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"Open WhatsApp"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9240" y="2788920"/>
            <a:ext cx="1554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297680" y="262432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Intent Agent (flash-lite)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49240" y="3063240"/>
            <a:ext cx="1554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297680" y="289864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Planner (flash + 3 prompts)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68880" y="3337560"/>
            <a:ext cx="288036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triangle"/>
          </a:ln>
        </p:spPr>
      </p:sp>
      <p:sp>
        <p:nvSpPr>
          <p:cNvPr id="39" name="Text 37"/>
          <p:cNvSpPr/>
          <p:nvPr/>
        </p:nvSpPr>
        <p:spPr>
          <a:xfrm>
            <a:off x="2080260" y="317296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Speak: "Tap WhatsApp"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68880" y="3611880"/>
            <a:ext cx="28803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2080260" y="344728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Send screenshot (chunked)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49240" y="3886200"/>
            <a:ext cx="1554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4297680" y="372160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Vision (flash + tool call)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49240" y="4160520"/>
            <a:ext cx="288036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4960620" y="3995928"/>
            <a:ext cx="365760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Highlight + audio → user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continues for VERIFY → next step → COMPLETED.   ~2-4s per turn end-to-end.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SmartHelp+ Architecture · 3/9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Python Agent Internals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server-python/  modules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960120"/>
            <a:ext cx="7315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0332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SmartHelpAgent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· entrypoint(ctx)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event handlers · STT · Vision call · TTS publish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03120"/>
            <a:ext cx="731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TaskStateMachine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task_state_machine.py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states · FSM transitions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2103120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2103120"/>
            <a:ext cx="731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TaskExecutor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468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task_executor.py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· per-state handlers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210312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103120"/>
            <a:ext cx="731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176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VoiceSynth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24688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voice_synthesizer.py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kHz PCM stream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210312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2103120"/>
            <a:ext cx="731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2176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LiveKit Room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4688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rtc.Room · audio + data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publish/subscribe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24612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24612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IntentAgent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61188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intent_agent.py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flash-lite · classify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77440" y="324612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377440" y="324612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TaskAgent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14600" y="361188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task_agent.py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· plan steps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89120" y="324612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89120" y="324612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3319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SafetyGate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26280" y="361188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safety_gate.py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pre-LLM filter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0" y="32461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0" y="324612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319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PromptRegistry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361188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prompt_registry.py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cache · 10 templates · context interpolation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4297680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4663440"/>
            <a:ext cx="82296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intent.system.txt   ·   planner.{core, safety-awareness, examples}.txt   ·   guide.{shared, navigate, verify, retry, help}.txt   ·   chat.txt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1874520"/>
            <a:ext cx="-3200400" cy="228600"/>
          </a:xfrm>
          <a:prstGeom prst="line">
            <a:avLst/>
          </a:prstGeom>
          <a:noFill/>
          <a:ln w="12700">
            <a:solidFill>
              <a:srgbClr val="2129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0" y="1874520"/>
            <a:ext cx="-914400" cy="228600"/>
          </a:xfrm>
          <a:prstGeom prst="line">
            <a:avLst/>
          </a:prstGeom>
          <a:noFill/>
          <a:ln w="12700">
            <a:solidFill>
              <a:srgbClr val="2129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1874520"/>
            <a:ext cx="1280160" cy="228600"/>
          </a:xfrm>
          <a:prstGeom prst="line">
            <a:avLst/>
          </a:prstGeom>
          <a:noFill/>
          <a:ln w="12700">
            <a:solidFill>
              <a:srgbClr val="2129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1874520"/>
            <a:ext cx="3291840" cy="228600"/>
          </a:xfrm>
          <a:prstGeom prst="line">
            <a:avLst/>
          </a:prstGeom>
          <a:noFill/>
          <a:ln w="12700">
            <a:solidFill>
              <a:srgbClr val="2129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3017520"/>
            <a:ext cx="-237744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3657600" y="3017520"/>
            <a:ext cx="-36576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3657600" y="3017520"/>
            <a:ext cx="164592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3657600" y="3017520"/>
            <a:ext cx="393192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SmartHelp+ Architecture · 4/9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Task State Machine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states · FSM in task_state_machine.py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05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005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0058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005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SAFETY_CHECK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0058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1005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0058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1005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0" y="22860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1168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22860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22860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22860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356616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1600" y="3566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356616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40480" y="3566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356616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3566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83080" y="1234440"/>
            <a:ext cx="22860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429000" y="1234440"/>
            <a:ext cx="22860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074920" y="1234440"/>
            <a:ext cx="22860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720840" y="1234440"/>
            <a:ext cx="228600" cy="0"/>
          </a:xfrm>
          <a:prstGeom prst="line">
            <a:avLst/>
          </a:prstGeom>
          <a:noFill/>
          <a:ln w="15240">
            <a:solidFill>
              <a:srgbClr val="EAB30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286500" y="106984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info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0" y="1463040"/>
            <a:ext cx="-4846320" cy="82296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2971800" y="170992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ready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680960" y="1463040"/>
            <a:ext cx="-1737360" cy="0"/>
          </a:xfrm>
          <a:prstGeom prst="line">
            <a:avLst/>
          </a:prstGeom>
          <a:noFill/>
          <a:ln w="15240">
            <a:solidFill>
              <a:srgbClr val="EAB308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263640" y="129844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info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783080" y="2514600"/>
            <a:ext cx="22860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429000" y="2514600"/>
            <a:ext cx="22860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074920" y="2514600"/>
            <a:ext cx="228600" cy="0"/>
          </a:xfrm>
          <a:prstGeom prst="line">
            <a:avLst/>
          </a:prstGeom>
          <a:noFill/>
          <a:ln w="15240">
            <a:solidFill>
              <a:srgbClr val="EAB308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640580" y="235000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0" y="2286000"/>
            <a:ext cx="-256032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1828800" y="212140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20840" y="2514600"/>
            <a:ext cx="228600" cy="0"/>
          </a:xfrm>
          <a:prstGeom prst="line">
            <a:avLst/>
          </a:prstGeom>
          <a:noFill/>
          <a:ln w="15240">
            <a:solidFill>
              <a:srgbClr val="EAB308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6286500" y="235000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max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14800" y="2743200"/>
            <a:ext cx="-2103120" cy="82296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2514600" y="299008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00800" y="2743200"/>
            <a:ext cx="-1828800" cy="82296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206240" y="2743200"/>
            <a:ext cx="2651760" cy="82296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4983480" y="299008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229600" y="1005840"/>
            <a:ext cx="868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0" y="10515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302752" y="1298448"/>
            <a:ext cx="164592" cy="146304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03920" y="12801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302752" y="1517904"/>
            <a:ext cx="164592" cy="1463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03920" y="1499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302752" y="1737360"/>
            <a:ext cx="16459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03920" y="17190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302752" y="1956816"/>
            <a:ext cx="164592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03920" y="1938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302752" y="2176272"/>
            <a:ext cx="164592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03920" y="21579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SmartHelp+ Architecture · 5/9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Prompt Composition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templates → 4 runtime calls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92024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flash-lite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intent.system.txt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212140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21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~3.5K chars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914400"/>
            <a:ext cx="19202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1760" y="1691640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planner.core.txt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1984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19842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planner.safety-awareness.txt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227685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2768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planner.examples.txt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63240" y="2706624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27066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~12K chars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914400"/>
            <a:ext cx="19202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+ vision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1691640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guide.shared.txt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1984248"/>
            <a:ext cx="1828800" cy="256032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9842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guide.{MODE}.txt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2276856"/>
            <a:ext cx="18288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2768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navigate.txt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2569464"/>
            <a:ext cx="18288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5694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verify.txt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2862072"/>
            <a:ext cx="18288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2862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retry.txt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3154680"/>
            <a:ext cx="18288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154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help.txt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03520" y="358444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3584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 chars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86600" y="914400"/>
            <a:ext cx="1920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8660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8660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flash-lite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32320" y="1691640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1691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chat.txt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43800" y="212140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43800" y="2121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~1.5K chars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runtime call uses ONE composed prompt. Mode-specific guide files share guide.shared.txt → 60-70% token reuse via prompt cache.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SmartHelp+ Architecture · 6/9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Message Protocol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DataChannel · JSON envelope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→ Python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user_input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input or STT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/ audio_chunk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PCM frames (b64)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audio_end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stream end 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/ screenshot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(small, b64 jpg)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image_chunk + image_end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screenshot (chunked &gt;14KB)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listening_start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started speaking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help_request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taps for help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current 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performed UI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sensitive_screen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PIN / OTP screen detected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Heartbeat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Android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ready for 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Subtitle + speak/display flags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y, bbox, completed, direction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STT result (partial?)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taskComplete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finished; goal echoed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requestScreenshot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fresh screenshot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audio_chunk + audio_end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TTS audio (chunked)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error notice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Heartbeat reply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messages are JSON. Audio/video tracks travel separately on LiveKit native tracks (not over data channel) for low-latency streaming.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SmartHelp+ Architecture · 7/9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914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Android SDK 26-34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OkHttp3 · Material Design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Gson (JSON encoding)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Android SDK (Kotlin)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MediaProjection (screenshot)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service (mic)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91440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Networking &amp; Audio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Cloud (WebRTC SFU)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DataChannel (JSON, reliable)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Mic: 16 kHz PCM mono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TTS: 24 kHz PCM mono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/token server (port 8765)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transfer &gt;14 KB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91440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Models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gemini-2.5-flash-lite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Planner: gemini-2.5-flash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gemini-2.5-flash + tools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TTS: gemini-3.1-flash-tts-preview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STT: Google Cloud STT (primary)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fallback: Gemini transcription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26080"/>
            <a:ext cx="91440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Server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3832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 · LiveKit Agents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10-state FSM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Pre-LLM regex SafetyGate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Schema-forced grounding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prompt templates · LRU cache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(en / zh / ms)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SmartHelp+ Architecture · 8/9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Key Design Decisions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SmartHelp+ distinctive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960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model cascade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43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 → flash → tts. Intent classification is cheap; only planner &amp; vision use full flash.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960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safety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243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SafetyGate (deterministic, zero latency) + LLM safety prompt (semantic scam detection).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77393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1709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Schema-forced grounding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1993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highlightElement tool requires screen_summary + target_found + target_location_text — vision must justify coords.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773936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1709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Mode-shared prompt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1993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guide modes share guide.shared.txt → 60-70% token reuse via Gemini prompt cache.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52374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2459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failover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STT primary, Gemini transcription fallback. Single-point-of-failure eliminated.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523744"/>
            <a:ext cx="457200" cy="4572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2459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TTS over track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 audio published directly to LiveKit AudioSource. No base64-over-data-channel overhead.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3209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image transfer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&gt;14KB screenshots split into image_chunk + image_end frames. Supports any resolution.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27355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12080" y="3209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10-state FSM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maps to one prompt mode. Recovery from STUCK/FAILED is observable &amp; testable.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023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4400" y="3959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bilingual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42428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→ intent → planner → guide → TTS all carry detected_language consistently.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4023360"/>
            <a:ext cx="457200" cy="45720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12080" y="3959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 directive (LOW)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42428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best-practice. Explicit response-length contract prevents long-form drift.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SmartHelp+ Architecture · 9/9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SmartHelp+ System Architecture</dc:title>
  <dc:subject>PptxGenJS Presentation</dc:subject>
  <dc:creator>SmartHelp+ FYP</dc:creator>
  <cp:lastModifiedBy>SmartHelp+ FYP</cp:lastModifiedBy>
  <cp:revision>1</cp:revision>
  <dcterms:created xsi:type="dcterms:W3CDTF">2026-05-08T18:51:01Z</dcterms:created>
  <dcterms:modified xsi:type="dcterms:W3CDTF">2026-05-08T18:51:01Z</dcterms:modified>
</cp:coreProperties>
</file>